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日建学院  ｜  映像講義モニター</a:t>
            </a:r>
            <a:endParaRPr lang="en-US" sz="1800" dirty="0"/>
          </a:p>
        </p:txBody>
      </p:sp>
      <p:pic>
        <p:nvPicPr>
          <p:cNvPr id="3" name="日建学院ロゴ" descr="nikke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20040"/>
            <a:ext cx="1554480" cy="4325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5156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映像講義を観て、意見を聞かせて！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6647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2B21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モニター募集</a:t>
            </a:r>
            <a:endParaRPr lang="en-US" sz="7000" dirty="0"/>
          </a:p>
        </p:txBody>
      </p:sp>
      <p:sp>
        <p:nvSpPr>
          <p:cNvPr id="6" name="バッジ1"/>
          <p:cNvSpPr/>
          <p:nvPr/>
        </p:nvSpPr>
        <p:spPr>
          <a:xfrm>
            <a:off x="1600200" y="28346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00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建築学生限定</a:t>
            </a:r>
            <a:endParaRPr lang="en-US" sz="2000" dirty="0"/>
          </a:p>
        </p:txBody>
      </p:sp>
      <p:sp>
        <p:nvSpPr>
          <p:cNvPr id="8" name="バッジ2"/>
          <p:cNvSpPr/>
          <p:nvPr/>
        </p:nvSpPr>
        <p:spPr>
          <a:xfrm>
            <a:off x="3886200" y="28346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2B21B"/>
          </a:solidFill>
          <a:ln w="12700">
            <a:solidFill>
              <a:srgbClr val="F2B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86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限定10名</a:t>
            </a:r>
            <a:endParaRPr lang="en-US" sz="2000" dirty="0"/>
          </a:p>
        </p:txBody>
      </p:sp>
      <p:sp>
        <p:nvSpPr>
          <p:cNvPr id="10" name="報酬カード"/>
          <p:cNvSpPr/>
          <p:nvPr/>
        </p:nvSpPr>
        <p:spPr>
          <a:xfrm>
            <a:off x="457200" y="3611880"/>
            <a:ext cx="6647688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50800">
            <a:solidFill>
              <a:srgbClr val="F2B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794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2時間で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374904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5,000</a:t>
            </a:r>
            <a:pPr algn="ctr" indent="0" marL="0">
              <a:buNone/>
            </a:pPr>
            <a:r>
              <a:rPr lang="en-US" sz="38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円</a:t>
            </a:r>
            <a:endParaRPr lang="en-US" sz="8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21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参加の流れ</a:t>
            </a:r>
            <a:endParaRPr lang="en-US" sz="1800" dirty="0"/>
          </a:p>
        </p:txBody>
      </p:sp>
      <p:sp>
        <p:nvSpPr>
          <p:cNvPr id="14" name="ステップ1"/>
          <p:cNvSpPr/>
          <p:nvPr/>
        </p:nvSpPr>
        <p:spPr>
          <a:xfrm>
            <a:off x="457200" y="5852160"/>
            <a:ext cx="1463040" cy="1417320"/>
          </a:xfrm>
          <a:prstGeom prst="roundRect">
            <a:avLst>
              <a:gd name="adj" fmla="val 7742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5" name="番号1"/>
          <p:cNvSpPr/>
          <p:nvPr/>
        </p:nvSpPr>
        <p:spPr>
          <a:xfrm>
            <a:off x="548640" y="5943600"/>
            <a:ext cx="365760" cy="36576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" y="63550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応募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6675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QRコードから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お申し込み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6355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21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ステップ2"/>
          <p:cNvSpPr/>
          <p:nvPr/>
        </p:nvSpPr>
        <p:spPr>
          <a:xfrm>
            <a:off x="2185416" y="5852160"/>
            <a:ext cx="1463040" cy="1417320"/>
          </a:xfrm>
          <a:prstGeom prst="roundRect">
            <a:avLst>
              <a:gd name="adj" fmla="val 7742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21" name="番号2"/>
          <p:cNvSpPr/>
          <p:nvPr/>
        </p:nvSpPr>
        <p:spPr>
          <a:xfrm>
            <a:off x="2276856" y="5943600"/>
            <a:ext cx="365760" cy="36576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76856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258568" y="63550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映像講義を視聴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258568" y="6675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約2時間の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講義映像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648456" y="6355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21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ステップ3"/>
          <p:cNvSpPr/>
          <p:nvPr/>
        </p:nvSpPr>
        <p:spPr>
          <a:xfrm>
            <a:off x="3913632" y="5852160"/>
            <a:ext cx="1463040" cy="1417320"/>
          </a:xfrm>
          <a:prstGeom prst="roundRect">
            <a:avLst>
              <a:gd name="adj" fmla="val 7742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27" name="番号3"/>
          <p:cNvSpPr/>
          <p:nvPr/>
        </p:nvSpPr>
        <p:spPr>
          <a:xfrm>
            <a:off x="4005072" y="5943600"/>
            <a:ext cx="365760" cy="36576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05072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986784" y="63550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意見を記入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986784" y="6675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視聴後に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ご意見を回答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376672" y="63550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B21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ステップ4"/>
          <p:cNvSpPr/>
          <p:nvPr/>
        </p:nvSpPr>
        <p:spPr>
          <a:xfrm>
            <a:off x="5641848" y="5852160"/>
            <a:ext cx="1463040" cy="1417320"/>
          </a:xfrm>
          <a:prstGeom prst="roundRect">
            <a:avLst>
              <a:gd name="adj" fmla="val 7742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33" name="番号4"/>
          <p:cNvSpPr/>
          <p:nvPr/>
        </p:nvSpPr>
        <p:spPr>
          <a:xfrm>
            <a:off x="5733288" y="5943600"/>
            <a:ext cx="365760" cy="36576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33288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715000" y="63550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報酬お渡し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715000" y="6675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2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手渡し</a:t>
            </a:r>
            <a:endParaRPr lang="en-US" sz="1100" dirty="0"/>
          </a:p>
        </p:txBody>
      </p:sp>
      <p:sp>
        <p:nvSpPr>
          <p:cNvPr id="37" name="募集要項カード"/>
          <p:cNvSpPr/>
          <p:nvPr/>
        </p:nvSpPr>
        <p:spPr>
          <a:xfrm>
            <a:off x="457200" y="7498080"/>
            <a:ext cx="6647688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7589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554480" y="7589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建築を学ぶ大学生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85800" y="7909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日時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554480" y="7909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　　月　　日（　）　　：　　～　　：　　】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85800" y="8229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場所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554480" y="8229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　　　　　　大学　　　　　教室　】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85800" y="8549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554480" y="8549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5,000円（後日手渡し）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85800" y="8869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締切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554480" y="8869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11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　　月　　日（　）】　※定員になり次第終了</a:t>
            </a:r>
            <a:endParaRPr lang="en-US" sz="1300" dirty="0"/>
          </a:p>
        </p:txBody>
      </p:sp>
      <p:sp>
        <p:nvSpPr>
          <p:cNvPr id="48" name="QRコード貼付枠"/>
          <p:cNvSpPr/>
          <p:nvPr/>
        </p:nvSpPr>
        <p:spPr>
          <a:xfrm>
            <a:off x="457200" y="932688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2B21B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1874520" y="9372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21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応募はこちら</a:t>
            </a:r>
            <a:endParaRPr lang="en-US" sz="2200" dirty="0"/>
          </a:p>
        </p:txBody>
      </p:sp>
      <p:sp>
        <p:nvSpPr>
          <p:cNvPr id="50" name="Text 47"/>
          <p:cNvSpPr txBox="1"/>
          <p:nvPr/>
        </p:nvSpPr>
        <p:spPr>
          <a:xfrm>
            <a:off x="1874520" y="9921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QRコードを読み取ってお申し込みください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【お問い合わせ先：日建学院　　校　TEL 　　　　　　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映像講義モニター募集チラシ</dc:title>
  <dc:subject>PptxGenJS Presentation</dc:subject>
  <dc:creator>PptxGenJS</dc:creator>
  <cp:lastModifiedBy>PptxGenJS</cp:lastModifiedBy>
  <cp:revision>1</cp:revision>
  <dcterms:created xsi:type="dcterms:W3CDTF">2026-11-02T02:08:04Z</dcterms:created>
  <dcterms:modified xsi:type="dcterms:W3CDTF">2026-11-02T02:08:04Z</dcterms:modified>
</cp:coreProperties>
</file>